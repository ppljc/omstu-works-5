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/>
    <p:restoredTop sz="94725"/>
  </p:normalViewPr>
  <p:slideViewPr>
    <p:cSldViewPr snapToGrid="0">
      <p:cViewPr>
        <p:scale>
          <a:sx n="109" d="100"/>
          <a:sy n="109" d="100"/>
        </p:scale>
        <p:origin x="26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4:16:17.0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24575,'27'0'0,"-4"0"0,-14 0 0,1 0 0,-1 4 0,-1 1 0,1 0 0,-2 1 0,4-3 0,-3 0 0,3-1 0,-2-2 0,0 0 0,0 0 0,0 4 0,-2 0 0,1 4 0,-2 0 0,2-1 0,-2 0 0,-2 1 0,1 0 0,-3 1 0,3 0 0,-1 1 0,-1-1 0,2 1 0,-2 1 0,0 0 0,-1 3 0,0-3 0,1 3 0,0-4 0,-1 1 0,-1 0 0,-1 0 0,2-2 0,1-1 0,0 0 0,-1 1 0,-1 2 0,-1-1 0,0-1 0,0 1 0,2-2 0,0 4 0,3-6 0,5 1 0,-5-3 0,5-1 0,-5-19 0,-1 11 0,0-18 0,-1 15 0,-1-2 0,-2 0 0,15 23 0,-9-8 0,13 16 0,-15-16 0,1 0 0,3 4 0,-2-3 0,4 4 0,-5-5 0,2 1 0,0 2 0,0-1 0,0 2 0,-2-1 0,-25-4 0,13-1 0,-20-5 0,17 2 0,1 0 0,0 0 0,0 0 0,-1 0 0,0 0 0,0 5 0,0-2 0,0 5 0,0-6 0,1 0 0,0 0 0,-1 1 0,1 0 0,0-1 0,-1-2 0,1 0 0,0 0 0,0 0 0,-1 0 0,1 0 0,1-6 0,3-3 0,3-3 0,2-1 0,0 5 0,0-3 0,2 2 0,6 2 0,-1 3 0,6 4 0,-5 0 0,1 0 0,-2-10 0,-1 6 0,-1-9 0,-1 4 0,0 3 0,-1-5 0,-1 0 0,-2 1 0,0-3 0,2 5 0,0-3 0,2 5 0,1-3 0,-1 0 0,0 3 0,-1-5 0,3 1 0,-5 3 0,6 26 0,-4-13 0,3 23 0,-2-22 0,1 1 0,-2 2 0,1-3 0,3 4 0,-2-3 0,2 4 0,-3-2 0,2-2 0,1 2 0,-2-2 0,2 4 0,-2-1 0,0-3 0,0 0 0,-1 0 0,2-1 0,-4 3 0,2-1 0,-24-20 0,-5-5 0,-24-24 0,-2-1-246,-27-16 0,41 28 0,-11-4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4:13:50.5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61 526 24575,'45'39'0,"-16"-13"0,7-4 0,-22-12 0,-2-2 0,-2-1 0,-1-2 0,-2-21 0,-2-9 0,-3-19 0,-7-31 0,-8 20 0,-8-24 0,-7 34 0,0-1 0,1 5 0,0 0 0,4 6 0,4 6 0,5 6 0,4 4 0,3 2 0,2 0 0,3 4 0,20 51 0,-1 2 0,8 22 0,4 5-489,-7-20 1,2 0 488,8 19 0,1-1 0,-4-19 0,1-2 0,4 6 0,1-1 0,-3-4 0,1-2 0,2 3 0,1-3-2,28 27 2,-10-14 0,-8-16 0,-16-16 0,-9-7 0,-7-9 977,-4-1-977,1-2 2,0-2-2,-3-8 0,-3-6 0,-2-10 0,-2-10 0,-4-5 0,-3-4 0,-15-12 0,5 16 0,-9-9 0,11 23 0,1 1 0,1 4 0,2 3 0,1 0 0,4 1 0,2 4 0,4 1 0,18 11 0,-8 6 0,15 13 0,-11 7 0,3 7 0,-1 1 0,-1-4 0,-4-5 0,-1-8 0,2-1 0,-4-9 0,-26-41 0,-2 7 0,-21-28 0,9 24 0,4 6 0,3 4 0,4 3 0,6 4 0,2-1 0,0-1 0,1 0 0,0-1 0,0-1 0,1 1 0,0 1 0,2-2 0,0-2 0,1-2 0,-2-3 0,-6-8 0,1 0 0,-5-16 0,9 16 0,-2-6 0,4 14 0,-1 2 0,1 0 0,1 4 0,0 2 0,0 2 0,0 3 0,1 1 0,2 0 0,0 1 0,0-1 0,1-1 0,1 0 0,1 0 0,0-3 0,-1-1 0,0 0 0,-1 0 0,1 3 0,2 1 0,0 0 0,0 0 0,1-1 0,7 4 0,0 1 0,4 9 0,-2 5 0,3 5 0,4 5 0,2 1 0,3 2 0,1 0 0,1 5 0,-3-3 0,0 1 0,0-1 0,-3-6 0,-1 1 0,-4-3 0,-3 0 0,3 4 0,-3-4 0,3 2 0,-5-7 0,1-1 0,2 6 0,-2-2 0,0 3 0,-3-5 0,-1-2 0,0-1 0,-1 3 0,-1 1 0,0-2 0,-1 0 0,0-4 0,2 3 0,-1 2 0,2 1 0,0-1 0,-2-2 0,1 2 0,0 1 0,1 0 0,0 0 0,0-1 0,0 1 0,2 2 0,1 2 0,1-5 0,1 1 0,-2-5 0,1 1 0,3-2 0,1-1 0,2-2 0,4 0 0,1-1 0,2-1 0,-3-2 0,-1 0 0,-3 0 0,-2 0 0,1 0 0,0 0 0,1 0 0,1-2 0,0-5 0,-2-3 0,0-3 0,-4 1 0,0 2 0,-1 1 0,0 0 0,3-4 0,-3 5 0,1-4 0,-6 4 0,1-4 0,-1 0 0,-1-3 0,0 0 0,-3 2 0,0 2 0,0 2 0,0 0 0,0-2 0,0 2 0,0-2 0,-1 3 0,-6 0 0,-10 2 0,-2 2 0,-11 1 0,3 3 0,0 0 0,-4 0 0,-3 0 0,7 0 0,-6 0 0,15 0 0,-1 0 0,-2 0 0,-3 0 0,0 0 0,0 2 0,8 0 0,1 0 0,1 0 0,2-2 0,-3 0 0,3 0 0,1 0 0,-2 0 0,1 0 0,0 0 0,0 0 0,2-1 0,2-3 0,1-3 0,1-5 0,1-3 0,0-5 0,1-2 0,-3-8 0,6 6 0,-10-24 0,9 23 0,-3-14 0,2 14 0,0-2 0,-1-1 0,1 1 0,2 3 0,1 1 0,0 0 0,0 4 0,0 3 0,0 4 0,0 1 0,0 0 0,0-1 0,0 2 0,2 2 0,6 2 0,2 1 0,7 2 0,-5 1 0,3 2 0,-6-1 0,3 1 0,-5 8 0,0 3 0,-2 8 0,1 2 0,1-1 0,0 2 0,3 0 0,-1-3 0,2 2 0,-2-7 0,0-3 0,-1 0 0,-2-3 0,1 0 0,-1 1 0,2 3 0,2 1 0,-1 0 0,-1-1 0,-1-4 0,0-1 0,0-1 0,2-1 0,-1 1 0,0-2 0,0 0 0,-1 1 0,2 1 0,-3 2 0,0-1 0,1 3 0,-2-3 0,1 4 0,0-3 0,0 0 0,1 0 0,0 0 0,0 1 0,-1 0 0,1 0 0,2 0 0,0 0 0,0 0 0,1 1 0,-1-1 0,0 0 0,3 3 0,1 2 0,0 0 0,0 2 0,-4-4 0,5 5 0,-5-6 0,1 2 0,-5-4 0,0 0 0,-1 0 0,-1 0 0,1 0 0,-2-1 0,2 3 0,0-2 0,-2 3 0,0-3 0,0 0 0,1 0 0,-1 1 0,0-1 0,-1 0 0,1 0 0,0 3 0,1-3 0,-2 2 0,1-3 0,0 1 0,0 0 0,0 0 0,0 1 0,1-1 0,-1 0 0,2 5 0,-1-1 0,-1 3 0,0-3 0,-1-2 0,1-4 0,0 1 0,4-32 0,-5-7 0,3-16 0,-4 0 0,0 7 0,0 4 0,0-5 0,0 14 0,0 0 0,0 7 0,0 1 0,0 3 0,0 3 0,0 2 0,0 3 0,0-3 0,0 1 0,0-3 0,-2 4 0,0 0 0,-2-1 0,-2 3 0,1 0 0,-2 1 0,3-1 0,-1-2 0,-1 0 0,0 3 0,-2 0 0,0 2 0,0 2 0,-1 0 0,0 2 0,-1-1 0,-2 1 0,-5 0 0,4 0 0,-2 0 0,7 0 0,0 0 0,-4 0 0,2 0 0,-4 0 0,5 0 0,-1 0 0,1 0 0,0 0 0,-3 0 0,-1 0 0,1 0 0,0 0 0,3 0 0,-3 0 0,2 0 0,-3-2 0,5-1 0,0-3 0,0 0 0,1 1 0,-2 0 0,1 3 0,-2-4 0,1 3 0,2-6 0,0 4 0,0-1 0,2-3 0,-1 1 0,1-8 0,3 7 0,0-4 0,2 5 0,0 0 0,11 2 0,-5 1 0,9 1 0,-6 1 0,0 1 0,0 2 0,0 0 0,0-1 0,0 1 0,0 0 0,2 0 0,-2 0 0,2 0 0,-2 0 0,0 0 0,0 0 0,0 0 0,2 0 0,-2 0 0,1 0 0,1 0 0,-4 0 0,4 0 0,-1 0 0,-1 0 0,1 0 0,1 0 0,-3 0 0,-33 0 0,20 0 0,-27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6:46.1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24575,'31'0'0,"-6"0"0,-14 0 0,-3 0 0,1 0 0,1 0 0,-1 0 0,1 0 0,-1 0 0,1 0 0,3 0 0,0 2 0,3 3 0,0 3 0,3 5 0,-2-2 0,2 2 0,-2-3 0,3 3 0,-3 0 0,3 2 0,-3-2 0,0 1 0,0 0 0,0 0 0,0-1 0,-4-3 0,-1 0 0,-3-2 0,-1 1 0,-2-2 0,0 0 0,1 0 0,0 0 0,2 1 0,0-1 0,1 0 0,-1 0 0,1 0 0,0 3 0,-1-1 0,4 1 0,9 4 0,-6-4 0,11 5 0,-12-6 0,4 2 0,-3-1 0,-1 3 0,-1 1 0,-3 0 0,0-2 0,-2-2 0,1 0 0,-1 0 0,1-1 0,-2-1 0,0 0 0,0 0 0,0 0 0,2 4 0,2 1 0,2 1 0,2 2 0,0-2 0,-2 0 0,2 2 0,1-2 0,0 0 0,3 2 0,1 1 0,1 2 0,-1-3 0,0-1 0,-9-6 0,1 1 0,-1 0 0,2-2 0,-1 0 0,0-1 0,0-1 0,0 1 0,0-1 0,0-1 0,-3 1 0,1 1 0,0-1 0,1 1 0,1 1 0,0 0 0,1 0 0,-1 1 0,-3-1 0,0-1 0,-1 0 0,0 0 0,-2 1 0,-2 0 0,-1-1 0,3-1 0,-36-13 0,16-2 0,-36-12 0,21 5 0,-7-2 0,4 4 0,-9-6 0,13 7 0,-1 0 0,10 6 0,4 2 0,-2-1 0,2 3 0,1-1 0,2 4 0,1-1 0,0 1 0,1 0 0,-1 0 0,1 0 0,-2 0 0,2-2 0,-3-2 0,0-3 0,-1 0 0,0-1 0,1 1 0,-1-1 0,1-2 0,1 0 0,1-3 0,4 1 0,-1 0 0,3-2 0,1 0 0,1-5 0,1-3 0,1-1 0,0-1 0,0-4 0,0-1 0,0-4 0,-1 0 0,1 5 0,0-16 0,0 22 0,0-11 0,0 21 0,0 2 0,0-1 0,2 3 0,4 0 0,3 3 0,2 2 0,0 1 0,-3 2 0,4 0 0,-3 0 0,5 0 0,-5 0 0,3 2 0,2 1 0,2 3 0,3 2 0,-1 0 0,1 3 0,0 0 0,3 3 0,-3-3 0,2 2 0,-6-3 0,2 0 0,-1 1 0,3 4 0,-2-4 0,2 4 0,-3-4 0,0-1 0,-3 0 0,0 0 0,-5-3 0,0-1 0,0-2 0,0-1 0,1 0 0,1 0 0,-1 0 0,1 1 0,-1-2 0,1 1 0,0-1 0,-1 1 0,1-1 0,-1 1 0,0-1 0,0-2 0,0 0 0,3 0 0,-5 1 0,3 2 0,1-1 0,-2 2 0,4-1 0,-3 2 0,-1 1 0,0-1 0,0 1 0,-1-1 0,0 1 0,0 3 0,4 0 0,0 1 0,4 1 0,1 2 0,0 1 0,1 4 0,-3-1 0,-1 0 0,-3 0 0,-1-4 0,-2 3 0,-4-7 0,-2 3 0,-2-4 0,0 1 0,0 1 0,0-1 0,0 1 0,-5 0 0,-3 0 0,-6 0 0,-2 1 0,0-1 0,0 1 0,2 3 0,-4 3 0,0 4 0,-1 2 0,-2-2 0,3 0 0,2 0 0,-2-2 0,5-2 0,1-3 0,1-3 0,6-1 0,0-4 0,3-36 0,2 3 0,0-27 0,0 16 0,0 1 0,0 2 0,0-3 0,2 5 0,8-4 0,0 13 0,8-4 0,-3 10 0,2-2 0,-2-3 0,1-4 0,-3-1 0,0-1 0,-1 0 0,0 7 0,-1 2 0,0 0 0,0 2 0,-3-1 0,-3 4 0,-1 3 0,-2 1 0,0 2 0,0 0 0,-1-1 0,-1 1 0,-10 2 0,-2 2 0,-11 3 0,1 2 0,-1 5 0,-1 5 0,0 7 0,0 3 0,2 0 0,2 1 0,2 0 0,-6 8 0,8-10 0,-7 8 0,10-9 0,0 1 0,1 0 0,1-1 0,0-4 0,1-1 0,2-2 0,0-1 0,1-3 0,0 0 0,-2-2 0,1-3 0,0-13 0,5 4 0,-1-15 0,6 9 0,27-16 0,-5 9 0,19-7 0,-18 14 0,5 2 0,-9 5 0,7 0 0,-11 4 0,-3-1 0,-2 0 0,-2 1 0,-1 2 0,-1 0 0,4-3 0,-2 1 0,2-1 0,-2 0 0,-1 0 0,0-1 0,0 0 0,0 1 0,-1-2 0,-1 2 0,1-4 0,1 0 0,0 0 0,-2 0 0,0 2 0,0-2 0,1 1 0,1-1 0,-2 3 0,2-1 0,-2 1 0,3-1 0,-1 1 0,1-1 0,-1 1 0,3-1 0,1 0 0,4-2 0,2 0 0,-2 0 0,8 2 0,-11 1 0,4-1 0,-10 3 0,1-2 0,1 1 0,3-1 0,-6-1 0,5 3 0,-8 16 0,0-5 0,-2 12 0,-2 8 0,0-14 0,0 19 0,0-19 0,0 3 0,0-1 0,0-3 0,0-1 0,0-2 0,0-1 0,0-1 0,-2 1 0,-1 0 0,1 2 0,-3 1 0,3 1 0,-1 0 0,1 0 0,2 3 0,0 3 0,0 0 0,0 0 0,0 0 0,0 0 0,0 1 0,-2-1 0,-1-3 0,-1-1 0,-2 4 0,3-7 0,-3 4 0,3-5 0,-1 0 0,1 1 0,1-3 0,-1 0 0,1 0 0,-1 0 0,1-1 0,-3 1 0,3-1 0,-3 1 0,0-1 0,1-2 0,-2 1 0,-3-35 0,6 8 0,13-40 0,3 27 0,15-10 0,-2 11 0,2 2 0,-2 6 0,-3 5 0,-11 9 0,1 1 0,-3 0 0,0 1 0,-1 0 0,-2-2 0,-1 3 0,-2-3 0,-1 2 0,-1-4 0,-2 2 0,0 0 0,0 0 0,0 0 0,0-1 0,0-2 0,0 2 0,0-2 0,0 3 0,0 0 0,-4-1 0,1 3 0,-9-1 0,4 4 0,-6 1 0,6 1 0,0 2 0,-2 0 0,-4 0 0,-5 0 0,-3 0 0,-1 0 0,-5 0 0,-4 0 0,-2 0 0,-3 0 0,-1 0 0,0 3 0,1 3 0,-12 9 0,11 0 0,-27 9 0,26-11 0,-10 2 0,23-12 0,-3-1 0,0-1 0,0 1 0,-3 1 0,3 1 0,-4-2 0,1-2 0,0 0 0,-1 0 0,1 0 0,-5 0 0,-1 0 0,0 0 0,0 0 0,0 0 0,3 0 0,-3 0 0,4 0 0,5 0 0,1 0 0,-1 0 0,9 0 0,-5 0 0,11 0 0,-2-2 0,0-2 0,-4-4 0,3-2 0,-3 2 0,0-1 0,2 1 0,1 0 0,5 0 0,2 1 0,2 2 0,-1 0 0,3-1 0,-1-2 0,2 1 0,-1-1 0,1-2 0,2 3 0,1-4 0,2 0 0,-2 4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6:48.6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C22BE-419B-721E-53BE-1218B49B2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1C859C-F167-3CA7-2F38-921AE3B91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52D701-E156-9C90-15C3-DB809D4A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73E14F-0CE2-CEDB-7379-E7BAA0C1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40CA2A-00B6-3AA6-FFD2-B4C24586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83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058DF-ABE3-7FDB-B72C-37C3099C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5292A0-91BC-AC82-2BA0-1B8E13353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04E965-F318-8762-2531-3B5DC13E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2A373A-5F0E-87FC-43E9-614123DC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68295D-3749-5D5A-D47A-6AC014E7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63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96D7A-B0BE-FE98-57F3-D94382F0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1D3084-0C4D-FB55-58CD-B4F08EAC8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55D2EF-C7A4-C775-D078-36E000F4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1E46B8-A2BB-A5F1-5152-E76716B4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AFACF6-8738-AF60-9245-B4EF546C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92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6B331-FAC6-CC29-8DFB-9A483127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B83683-C786-7F6F-5CC0-A7D9CA28A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28F5B3-7124-F3D7-E386-0F22EC0CF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C63516-9E4B-3D4D-B110-65406252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81727A-336F-9B8B-3905-7EABE809F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655878-1259-F61E-5A05-6936C584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13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CC0A0-F1D1-A92B-D116-7380BA23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583EA0-F7FC-6266-1500-566ED0690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48128-01FF-93BA-EBBC-C99F9F7AE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B3862A7-868C-2FBB-BA6A-1B6B89C4E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A95211-8BDC-82B9-EC3F-417C9D4EA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CF8403-E634-118F-DBC3-91F9ABCA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834361D-82BE-5976-2C19-D88D672D0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131EA6-4D05-6A95-59E8-40BCF193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33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9C10B-F247-76D8-2462-078DB544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9FB6D2-EC1D-2111-3A2C-AE6F7814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41A6E13-2EBB-0C04-EAD0-5670764A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64DD93-6ABE-10B9-B426-0B9948F51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86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2C49EC-1D15-EDDB-AF90-B4824E01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A13A92-B5DF-E894-6D06-BD6FE667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C4E1E1-B67E-4361-7EC7-C0DB7D80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55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3FE89-F3CA-98F8-764E-4035A0AE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8C7108-48B0-564F-723C-139A5F5E7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CA384B-0EB2-1953-4CDA-ED19B63B4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258AFE-2322-F177-1F4B-5D232337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2E99C6-46C9-9871-4AB1-84617D84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D818C5-0D89-81AF-C216-1162513E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54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01266B-9466-6311-C6DA-99781FBB0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903597-7511-178D-F125-C84D826D2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CAAC82-64FF-4413-B195-7FBB09913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5D7418-A000-D5FD-133D-5ACA2B427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B24037-73C2-DF88-7595-9803B8B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4AB73B-7356-9EC5-AD76-A17E5D1F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1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24E70-BB33-352D-8779-6B8B665FA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9EA90B-8339-41D6-9464-6218E78AF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FD0FB3-AEFC-C615-508B-B5CCC4D6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B54B01-6913-B9C7-FFD8-8CF39CF3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CD325-59B5-A2E2-2776-7948D4F6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12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2D2726-E2BD-F5A9-0002-474C75910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F49A42-66AA-0D9F-60B8-71062C42C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108926-136A-6347-DD31-B20919ED2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3A1A5-BDE1-4142-1614-8D3F642F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DB0D1E-44FE-B7AB-D957-758E76BC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864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E8CE6-0FCA-963D-CB17-208A9292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A69DE-E92D-297F-10C1-8E05FEF1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78D7D1-366F-8730-3A00-7FF63E4F8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DAA09-E085-9148-863C-D35D3750659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56868-05CE-779D-0B64-B31F88CCA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99C133-6241-D0CA-5A79-5D99B4266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C6CEF-98D9-524A-8EED-BE2C6A52F3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30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EC6FF6-E61B-CEEB-919E-66AC28DEDC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7" b="3382"/>
          <a:stretch>
            <a:fillRect/>
          </a:stretch>
        </p:blipFill>
        <p:spPr bwMode="auto">
          <a:xfrm>
            <a:off x="3952240" y="1522730"/>
            <a:ext cx="4287520" cy="3812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BAF0CC-3D23-10F1-A872-C1D40FE35E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7" b="3382"/>
          <a:stretch>
            <a:fillRect/>
          </a:stretch>
        </p:blipFill>
        <p:spPr bwMode="auto">
          <a:xfrm>
            <a:off x="2295387" y="98854"/>
            <a:ext cx="7601225" cy="67591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7358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DC71-855E-3A61-BECE-4C6FED2B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FD27973-0322-E07B-E0BE-B7A1FC0D41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4"/>
          <a:stretch>
            <a:fillRect/>
          </a:stretch>
        </p:blipFill>
        <p:spPr bwMode="auto">
          <a:xfrm>
            <a:off x="2491858" y="199530"/>
            <a:ext cx="7208283" cy="66584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4645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C08B2A-ABB1-2F8C-BBFB-1B658FE1F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1318" y="5993027"/>
            <a:ext cx="3649362" cy="64873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Карта ценности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48229DD7-79A3-2555-B913-FF4EA0472BE9}"/>
                  </a:ext>
                </a:extLst>
              </p14:cNvPr>
              <p14:cNvContentPartPr/>
              <p14:nvPr/>
            </p14:nvContentPartPr>
            <p14:xfrm>
              <a:off x="1875185" y="617262"/>
              <a:ext cx="152640" cy="15408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48229DD7-79A3-2555-B913-FF4EA0472B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2185" y="554622"/>
                <a:ext cx="278280" cy="2797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86B172-F650-261A-A49A-CC6A5261A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544" y="216243"/>
            <a:ext cx="6167216" cy="619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9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F7F166-5572-528E-670C-B27F674C16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6" y="5572"/>
            <a:ext cx="10606959" cy="686828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49CFD23-1D4E-53B2-91A9-E7BC3EA46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866" y="771936"/>
            <a:ext cx="22352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Персональная поддержка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 сложных сделках.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Автоматизированная платформа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Поиск, чаты, история сделок.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Система рейтингов и отзывов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для формирования доверия в сообществе.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Служба поддержки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для решения споров и вопросов.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100" b="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Льготы/выгодные предложения</a:t>
            </a:r>
            <a:r>
              <a:rPr kumimoji="0" lang="ru-RU" altLang="ru-RU" sz="1100" b="0" i="0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доступно при оформлении подписки</a:t>
            </a:r>
            <a:endParaRPr kumimoji="0" lang="ru-RU" altLang="ru-RU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DEEBE8A-D36D-35EB-B1C1-22C88D14E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967" y="902741"/>
            <a:ext cx="2099733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Для обеих сторон: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Безопасная и прозрачная сделка: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Юридическая защита, система рейтингов и штрафов, верификация.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Ассистент сервиса: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Помощь на всех этапах, включая юридические вопросы. 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Для Заказчика: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Доступ к зарубежным товарам,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которые сложно или дорого доставить иначе.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Экономия на доставке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 сравнению с проф. логистами.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Защита от недобросовестного путешественника.</a:t>
            </a:r>
            <a:br>
              <a:rPr kumimoji="0" lang="ru-RU" altLang="ru-RU" sz="1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Для Путешественника: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Дополнительный заработок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 заполнение пустующего места в багаже.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Защита от недобросовестного заказчика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 перевозки нелегальных грузов.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A36C2906-67DA-DBB5-4C31-75396390802A}"/>
                  </a:ext>
                </a:extLst>
              </p14:cNvPr>
              <p14:cNvContentPartPr/>
              <p14:nvPr/>
            </p14:nvContentPartPr>
            <p14:xfrm>
              <a:off x="4217587" y="3439716"/>
              <a:ext cx="422280" cy="37872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A36C2906-67DA-DBB5-4C31-7539639080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4947" y="3376716"/>
                <a:ext cx="547920" cy="5043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240BCF6A-BEF3-F9B7-7421-4D36B52BF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622" y="3429000"/>
            <a:ext cx="217875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Платформа:</a:t>
            </a:r>
            <a:r>
              <a:rPr kumimoji="0" lang="ru-RU" altLang="ru-RU" sz="1100" i="0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Сайт, мобильное приложение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база данных.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Команда: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Разработчики, юристы, служба поддержки, маркетологи.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Бренд и сообщество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Доверие пользователей, созданное через систему рейтингов.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Алгоритмы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Поисковик сделок, система верификации.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1343269-E7BE-28BF-5263-7C585C20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409" y="5726553"/>
            <a:ext cx="4806074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Разработка и поддержка IT-платформы.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Зарплата команды 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Маркетинг и привлечение клиентов.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Юридическое обеспечение 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Серверные и транзакционные издержки</a:t>
            </a:r>
            <a:endParaRPr kumimoji="0" lang="ru-RU" altLang="ru-RU" sz="180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FB2EE9D-3165-1DA5-B4E7-CB1605DFB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32" y="1310719"/>
            <a:ext cx="1889421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Платежные системы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(для безопасных транзакций).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Юридические/страховые компании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(для составления шаблонов договоров и страхования грузов).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Службы доставки/логистики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(как резервный или комбинированный вариант доставки).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Проверенные зарубежные онлайн-магазины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(возможность интеграции для упрощения выкупа).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4EC6685A-D312-29CA-1C1A-8AF4905C9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5808" y="897004"/>
            <a:ext cx="209973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Разработка и поддержка платформы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Верификация пользователей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ru-RU" altLang="ru-RU" sz="1100" u="sng" dirty="0">
                <a:solidFill>
                  <a:srgbClr val="0F1115"/>
                </a:solidFill>
                <a:latin typeface="quote-cjk-patch"/>
              </a:rPr>
              <a:t>П</a:t>
            </a: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роверка товаров на легальность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Служба поддержки и ассистенты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(помощь на всех этапах сделки). 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Маркетинг и привлечение пользователей </a:t>
            </a:r>
            <a:endParaRPr kumimoji="0" lang="ru-RU" altLang="ru-RU" sz="180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1409009-E65C-47DA-615D-B7A63B6F2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866" y="3820742"/>
            <a:ext cx="209973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Онлайн-реклама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Социальные сети и блоги 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Сарафанное радио 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Партнерство с зарубежными магазинами и блогами о шопинге.</a:t>
            </a:r>
            <a:endParaRPr kumimoji="0" lang="ru-RU" altLang="ru-RU" sz="180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D363A2FA-C160-DC7C-3FF5-51E43E589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1066" y="527673"/>
            <a:ext cx="1507328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Заказчики: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Студенты, фрилансеры, работники сферы услуг — все, кто ищет экономичную доставку товаров, недоступных или дорогих в местной рознице.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Путешественники: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Люди, часто выезжающие за границу, желающие заработать на свободном месте в багаже.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100" dirty="0">
              <a:solidFill>
                <a:srgbClr val="0F1115"/>
              </a:solidFill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Рекламодатели: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Зарубежные магазины</a:t>
            </a:r>
            <a:r>
              <a:rPr lang="ru-RU" altLang="ru-RU" sz="1100" dirty="0">
                <a:solidFill>
                  <a:srgbClr val="0F1115"/>
                </a:solidFill>
                <a:latin typeface="quote-cjk-patch"/>
              </a:rPr>
              <a:t>, авиакомпании, банки, юридические компании.</a:t>
            </a:r>
            <a:endParaRPr kumimoji="0" lang="ru-RU" altLang="ru-RU" sz="110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C51D47BE-8D4D-D46B-8999-D9561997E30E}"/>
                  </a:ext>
                </a:extLst>
              </p14:cNvPr>
              <p14:cNvContentPartPr/>
              <p14:nvPr/>
            </p14:nvContentPartPr>
            <p14:xfrm>
              <a:off x="10347822" y="5669372"/>
              <a:ext cx="705600" cy="36684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C51D47BE-8D4D-D46B-8999-D9561997E3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84822" y="5606372"/>
                <a:ext cx="83124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887AB2A5-9C77-2616-11C4-E77447C76451}"/>
                  </a:ext>
                </a:extLst>
              </p14:cNvPr>
              <p14:cNvContentPartPr/>
              <p14:nvPr/>
            </p14:nvContentPartPr>
            <p14:xfrm>
              <a:off x="8217342" y="6242492"/>
              <a:ext cx="360" cy="36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887AB2A5-9C77-2616-11C4-E77447C7645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54342" y="6179852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4">
            <a:extLst>
              <a:ext uri="{FF2B5EF4-FFF2-40B4-BE49-F238E27FC236}">
                <a16:creationId xmlns:a16="http://schemas.microsoft.com/office/drawing/2014/main" id="{3E7B9DA9-77D6-F51F-7893-C1F2D0793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98510"/>
            <a:ext cx="515342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u="sng" dirty="0">
                <a:solidFill>
                  <a:srgbClr val="0F1115"/>
                </a:solidFill>
                <a:latin typeface="quote-cjk-patch"/>
              </a:rPr>
              <a:t>Сервисный сбор </a:t>
            </a:r>
            <a:r>
              <a:rPr lang="en-US" altLang="ru-RU" sz="1100" dirty="0">
                <a:solidFill>
                  <a:srgbClr val="0F1115"/>
                </a:solidFill>
                <a:latin typeface="quote-cjk-patch"/>
              </a:rPr>
              <a:t>(</a:t>
            </a:r>
            <a:r>
              <a:rPr lang="ru-RU" altLang="ru-RU" sz="1100" dirty="0">
                <a:solidFill>
                  <a:srgbClr val="0F1115"/>
                </a:solidFill>
                <a:latin typeface="quote-cjk-patch"/>
              </a:rPr>
              <a:t>заказчик платит вознаграждение путешественнику, и с этих денег взымается процент)</a:t>
            </a:r>
            <a:endParaRPr kumimoji="0" lang="ru-RU" altLang="ru-RU" sz="1100" i="0" u="sng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Премиум-доступ/подписка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(доступ к подписке доступен как для заказчика, так и для путешественника)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Страховка сделки</a:t>
            </a:r>
            <a:r>
              <a:rPr kumimoji="0" lang="ru-RU" altLang="ru-RU" sz="1100" i="0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(заказчик и путешественник)</a:t>
            </a:r>
            <a:br>
              <a:rPr kumimoji="0" lang="ru-RU" altLang="ru-RU" sz="1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100" i="0" u="sng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Реклама проверенных магазинов и авиакомпаний на платформе</a:t>
            </a:r>
            <a:r>
              <a:rPr lang="ru-RU" altLang="ru-RU" sz="1100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altLang="ru-RU" sz="1100" dirty="0">
                <a:solidFill>
                  <a:srgbClr val="0F1115"/>
                </a:solidFill>
                <a:latin typeface="quote-cjk-patch"/>
              </a:rPr>
              <a:t>(рекламодатели)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53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424BC4-4D5E-3441-8875-C321D5436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четкое понимание кто что должен платить заказчик процент</a:t>
            </a:r>
          </a:p>
          <a:p>
            <a:r>
              <a:rPr lang="ru-RU" dirty="0"/>
              <a:t>премиум доступ подписку кто платит</a:t>
            </a:r>
          </a:p>
          <a:p>
            <a:r>
              <a:rPr lang="ru-RU" dirty="0"/>
              <a:t>базовые сервисы указать какие</a:t>
            </a:r>
          </a:p>
          <a:p>
            <a:r>
              <a:rPr lang="ru-RU" dirty="0"/>
              <a:t>страховку сделки кто оплачивает (с заказчика)</a:t>
            </a:r>
          </a:p>
          <a:p>
            <a:r>
              <a:rPr lang="ru-RU" dirty="0"/>
              <a:t>добавить к подписке льготные условия меньше страховка и </a:t>
            </a:r>
            <a:r>
              <a:rPr lang="ru-RU" dirty="0" err="1"/>
              <a:t>тд</a:t>
            </a:r>
            <a:r>
              <a:rPr lang="ru-RU" dirty="0"/>
              <a:t> </a:t>
            </a:r>
          </a:p>
          <a:p>
            <a:r>
              <a:rPr lang="ru-RU" dirty="0"/>
              <a:t>добавить рекламодателей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3332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442</Words>
  <Application>Microsoft Macintosh PowerPoint</Application>
  <PresentationFormat>Широкоэкранный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</dc:creator>
  <cp:lastModifiedBy>eltti62@gmail.com</cp:lastModifiedBy>
  <cp:revision>3</cp:revision>
  <dcterms:created xsi:type="dcterms:W3CDTF">2026-03-01T11:30:48Z</dcterms:created>
  <dcterms:modified xsi:type="dcterms:W3CDTF">2026-03-03T08:15:24Z</dcterms:modified>
</cp:coreProperties>
</file>